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83482fe8f479a" /><Relationship Type="http://schemas.openxmlformats.org/officeDocument/2006/relationships/extended-properties" Target="/docProps/app.xml" Id="Rb783b7dcab734fa6" /><Relationship Type="http://schemas.openxmlformats.org/officeDocument/2006/relationships/officeDocument" Target="/ppt/presentation.xml" Id="Ra950cb3780af4b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96063e4abf4ed9"/>
  </p:sldMasterIdLst>
  <p:notesMasterIdLst>
    <p:notesMasterId xmlns:r="http://schemas.openxmlformats.org/officeDocument/2006/relationships" r:id="Rfffa629f5bb047b6"/>
  </p:notesMasterIdLst>
  <p:sldIdLst>
    <p:sldId xmlns:r="http://schemas.openxmlformats.org/officeDocument/2006/relationships" id="256" r:id="Rad245702d4614ff3"/>
    <p:sldId xmlns:r="http://schemas.openxmlformats.org/officeDocument/2006/relationships" id="257" r:id="R7cc3555117cb4595"/>
    <p:sldId xmlns:r="http://schemas.openxmlformats.org/officeDocument/2006/relationships" id="258" r:id="Rf18209c230a5485f"/>
    <p:sldId xmlns:r="http://schemas.openxmlformats.org/officeDocument/2006/relationships" id="259" r:id="R00a56df5154b4f38"/>
    <p:sldId xmlns:r="http://schemas.openxmlformats.org/officeDocument/2006/relationships" id="260" r:id="R7b8123cb644d4ac7"/>
    <p:sldId xmlns:r="http://schemas.openxmlformats.org/officeDocument/2006/relationships" id="261" r:id="R856f29f90f5f4650"/>
    <p:sldId xmlns:r="http://schemas.openxmlformats.org/officeDocument/2006/relationships" id="262" r:id="R1cd76264b4734780"/>
    <p:sldId xmlns:r="http://schemas.openxmlformats.org/officeDocument/2006/relationships" id="263" r:id="R0f3a33c9e3494421"/>
    <p:sldId xmlns:r="http://schemas.openxmlformats.org/officeDocument/2006/relationships" id="264" r:id="R7d96516177e749c5"/>
    <p:sldId xmlns:r="http://schemas.openxmlformats.org/officeDocument/2006/relationships" id="265" r:id="R9c643b2dfb8540fc"/>
    <p:sldId xmlns:r="http://schemas.openxmlformats.org/officeDocument/2006/relationships" id="266" r:id="R4711075bcac34a08"/>
    <p:sldId xmlns:r="http://schemas.openxmlformats.org/officeDocument/2006/relationships" id="267" r:id="R9cff1a53cfc94b41"/>
    <p:sldId xmlns:r="http://schemas.openxmlformats.org/officeDocument/2006/relationships" id="268" r:id="R7b65b41a2e614364"/>
    <p:sldId xmlns:r="http://schemas.openxmlformats.org/officeDocument/2006/relationships" id="269" r:id="R743d2b1227e14c13"/>
    <p:sldId xmlns:r="http://schemas.openxmlformats.org/officeDocument/2006/relationships" id="270" r:id="R78f261a2f55845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acb38590b4262" /><Relationship Type="http://schemas.openxmlformats.org/officeDocument/2006/relationships/slideMaster" Target="/ppt/slideMasters/slideMaster1.xml" Id="Rf396063e4abf4ed9" /><Relationship Type="http://schemas.openxmlformats.org/officeDocument/2006/relationships/notesMaster" Target="/ppt/notesMasters/notesMaster1.xml" Id="Rfffa629f5bb047b6" /><Relationship Type="http://schemas.openxmlformats.org/officeDocument/2006/relationships/presProps" Target="/ppt/presProps.xml" Id="R86fa26c8ddba4646" /><Relationship Type="http://schemas.openxmlformats.org/officeDocument/2006/relationships/tableStyles" Target="/ppt/tableStyles.xml" Id="R9df4200b4a984558" /><Relationship Type="http://schemas.openxmlformats.org/officeDocument/2006/relationships/slide" Target="/ppt/slides/slide1.xml" Id="Rad245702d4614ff3" /><Relationship Type="http://schemas.openxmlformats.org/officeDocument/2006/relationships/slide" Target="/ppt/slides/slide2.xml" Id="R7cc3555117cb4595" /><Relationship Type="http://schemas.openxmlformats.org/officeDocument/2006/relationships/slide" Target="/ppt/slides/slide3.xml" Id="Rf18209c230a5485f" /><Relationship Type="http://schemas.openxmlformats.org/officeDocument/2006/relationships/slide" Target="/ppt/slides/slide4.xml" Id="R00a56df5154b4f38" /><Relationship Type="http://schemas.openxmlformats.org/officeDocument/2006/relationships/slide" Target="/ppt/slides/slide5.xml" Id="R7b8123cb644d4ac7" /><Relationship Type="http://schemas.openxmlformats.org/officeDocument/2006/relationships/slide" Target="/ppt/slides/slide6.xml" Id="R856f29f90f5f4650" /><Relationship Type="http://schemas.openxmlformats.org/officeDocument/2006/relationships/slide" Target="/ppt/slides/slide7.xml" Id="R1cd76264b4734780" /><Relationship Type="http://schemas.openxmlformats.org/officeDocument/2006/relationships/slide" Target="/ppt/slides/slide8.xml" Id="R0f3a33c9e3494421" /><Relationship Type="http://schemas.openxmlformats.org/officeDocument/2006/relationships/slide" Target="/ppt/slides/slide9.xml" Id="R7d96516177e749c5" /><Relationship Type="http://schemas.openxmlformats.org/officeDocument/2006/relationships/slide" Target="/ppt/slides/slide10.xml" Id="R9c643b2dfb8540fc" /><Relationship Type="http://schemas.openxmlformats.org/officeDocument/2006/relationships/slide" Target="/ppt/slides/slide11.xml" Id="R4711075bcac34a08" /><Relationship Type="http://schemas.openxmlformats.org/officeDocument/2006/relationships/slide" Target="/ppt/slides/slide12.xml" Id="R9cff1a53cfc94b41" /><Relationship Type="http://schemas.openxmlformats.org/officeDocument/2006/relationships/slide" Target="/ppt/slides/slide13.xml" Id="R7b65b41a2e614364" /><Relationship Type="http://schemas.openxmlformats.org/officeDocument/2006/relationships/slide" Target="/ppt/slides/slide14.xml" Id="R743d2b1227e14c13" /><Relationship Type="http://schemas.openxmlformats.org/officeDocument/2006/relationships/slide" Target="/ppt/slides/slide15.xml" Id="R78f261a2f558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d27f8cdca47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ff7decb6d46dd" /><Relationship Type="http://schemas.openxmlformats.org/officeDocument/2006/relationships/notesMaster" Target="/ppt/notesMasters/notesMaster1.xml" Id="R19719032ce5d4f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7565297cb403b" /><Relationship Type="http://schemas.openxmlformats.org/officeDocument/2006/relationships/notesMaster" Target="/ppt/notesMasters/notesMaster1.xml" Id="R211d311641a1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1168cca3e04090" /><Relationship Type="http://schemas.openxmlformats.org/officeDocument/2006/relationships/notesMaster" Target="/ppt/notesMasters/notesMaster1.xml" Id="R9a6040eee80549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13cb63d7cd4e21" /><Relationship Type="http://schemas.openxmlformats.org/officeDocument/2006/relationships/notesMaster" Target="/ppt/notesMasters/notesMaster1.xml" Id="Ra1a59799abd640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624fcef5bd4280" /><Relationship Type="http://schemas.openxmlformats.org/officeDocument/2006/relationships/notesMaster" Target="/ppt/notesMasters/notesMaster1.xml" Id="R4a062fba38fe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48207656764de3" /><Relationship Type="http://schemas.openxmlformats.org/officeDocument/2006/relationships/notesMaster" Target="/ppt/notesMasters/notesMaster1.xml" Id="Rd3258ca99ef44a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87cee7add4d7b" /><Relationship Type="http://schemas.openxmlformats.org/officeDocument/2006/relationships/notesMaster" Target="/ppt/notesMasters/notesMaster1.xml" Id="R555b66b7a57e41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6591bbcec44e54" /><Relationship Type="http://schemas.openxmlformats.org/officeDocument/2006/relationships/notesMaster" Target="/ppt/notesMasters/notesMaster1.xml" Id="R60c2eb144a0545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06d06838a405e" /><Relationship Type="http://schemas.openxmlformats.org/officeDocument/2006/relationships/notesMaster" Target="/ppt/notesMasters/notesMaster1.xml" Id="R0e729cd23a904d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b1369e0b1435d" /><Relationship Type="http://schemas.openxmlformats.org/officeDocument/2006/relationships/notesMaster" Target="/ppt/notesMasters/notesMaster1.xml" Id="R75a895db05a347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ea732335af4d20" /><Relationship Type="http://schemas.openxmlformats.org/officeDocument/2006/relationships/notesMaster" Target="/ppt/notesMasters/notesMaster1.xml" Id="Rd4a3d91fe16c41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7bb0d0cde94bb2" /><Relationship Type="http://schemas.openxmlformats.org/officeDocument/2006/relationships/notesMaster" Target="/ppt/notesMasters/notesMaster1.xml" Id="R111ffa00f07849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f4ed1234f94888" /><Relationship Type="http://schemas.openxmlformats.org/officeDocument/2006/relationships/notesMaster" Target="/ppt/notesMasters/notesMaster1.xml" Id="Re5abfdff82f44d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488c760cdf4ee4" /><Relationship Type="http://schemas.openxmlformats.org/officeDocument/2006/relationships/notesMaster" Target="/ppt/notesMasters/notesMaster1.xml" Id="Rd51e9447457d47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61c7e6ed254358" /><Relationship Type="http://schemas.openxmlformats.org/officeDocument/2006/relationships/notesMaster" Target="/ppt/notesMasters/notesMaster1.xml" Id="R4152ab006d7e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9bce995ef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6d8bf4ad34bcb" /><Relationship Type="http://schemas.openxmlformats.org/officeDocument/2006/relationships/slideLayout" Target="/ppt/slideLayouts/slideLayout1.xml" Id="R42f2cc4126ec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2cc4126ec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c91c7aba94274" /><Relationship Type="http://schemas.openxmlformats.org/officeDocument/2006/relationships/image" Target="/ppt/media/image.jpeg" Id="Rd187b0b104eb483c" /><Relationship Type="http://schemas.openxmlformats.org/officeDocument/2006/relationships/notesSlide" Target="/ppt/notesSlides/notesSlide1.xml" Id="R1be6c1141b07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dcbef94bf4553" /><Relationship Type="http://schemas.openxmlformats.org/officeDocument/2006/relationships/notesSlide" Target="/ppt/notesSlides/notesSlide2.xml" Id="R9696cf6f7d1443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ccef14fcf44f9" /><Relationship Type="http://schemas.openxmlformats.org/officeDocument/2006/relationships/notesSlide" Target="/ppt/notesSlides/notesSlide3.xml" Id="R9a6ab38d25a3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a5700c3fb4436" /><Relationship Type="http://schemas.openxmlformats.org/officeDocument/2006/relationships/notesSlide" Target="/ppt/notesSlides/notesSlide4.xml" Id="R8d8d517928c34b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ef3722f404381" /><Relationship Type="http://schemas.openxmlformats.org/officeDocument/2006/relationships/image" Target="/ppt/media/image2.jpeg" Id="R3a2acf34ea024a14" /><Relationship Type="http://schemas.openxmlformats.org/officeDocument/2006/relationships/notesSlide" Target="/ppt/notesSlides/notesSlide5.xml" Id="R6d03cb9f17a2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8b61230784a1e" /><Relationship Type="http://schemas.openxmlformats.org/officeDocument/2006/relationships/image" Target="/ppt/media/image3.jpeg" Id="R2c9295ceb3904c42" /><Relationship Type="http://schemas.openxmlformats.org/officeDocument/2006/relationships/notesSlide" Target="/ppt/notesSlides/notesSlide6.xml" Id="Rb4dc36947ca94a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c57eb092a4ea4" /><Relationship Type="http://schemas.openxmlformats.org/officeDocument/2006/relationships/image" Target="/ppt/media/image4.jpeg" Id="R5f8f82a727af4b88" /><Relationship Type="http://schemas.openxmlformats.org/officeDocument/2006/relationships/notesSlide" Target="/ppt/notesSlides/notesSlide7.xml" Id="Rd2ec310326294d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ff48b49c24f4d" /><Relationship Type="http://schemas.openxmlformats.org/officeDocument/2006/relationships/image" Target="/ppt/media/image5.jpeg" Id="Rcbac83df88dd4892" /><Relationship Type="http://schemas.openxmlformats.org/officeDocument/2006/relationships/notesSlide" Target="/ppt/notesSlides/notesSlide8.xml" Id="Rdff099030aa740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60a0f024e490d" /><Relationship Type="http://schemas.openxmlformats.org/officeDocument/2006/relationships/notesSlide" Target="/ppt/notesSlides/notesSlide9.xml" Id="Rc51870dab508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47b93105645c8" /><Relationship Type="http://schemas.openxmlformats.org/officeDocument/2006/relationships/notesSlide" Target="/ppt/notesSlides/notesSlide10.xml" Id="R22868f8e00cf46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2260d8d954b05" /><Relationship Type="http://schemas.openxmlformats.org/officeDocument/2006/relationships/notesSlide" Target="/ppt/notesSlides/notesSlide11.xml" Id="Radee40d12aa249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94028d5ab4b9d" /><Relationship Type="http://schemas.openxmlformats.org/officeDocument/2006/relationships/notesSlide" Target="/ppt/notesSlides/notesSlide12.xml" Id="R94d5cc1df2614c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dfa29ef624bdd" /><Relationship Type="http://schemas.openxmlformats.org/officeDocument/2006/relationships/notesSlide" Target="/ppt/notesSlides/notesSlide13.xml" Id="R2dbbadc92d4c4e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9867a8238415c" /><Relationship Type="http://schemas.openxmlformats.org/officeDocument/2006/relationships/notesSlide" Target="/ppt/notesSlides/notesSlide14.xml" Id="Ra65c116e421245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7989f679444c6" /><Relationship Type="http://schemas.openxmlformats.org/officeDocument/2006/relationships/notesSlide" Target="/ppt/notesSlides/notesSlide15.xml" Id="R7a20df7fe13847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8B447-6CEC-4BCA-BC84-51592EE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4DAA-A283-4728-A8C9-AC2923B3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19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JUDGE USER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32AF4-3E0A-4656-9076-DA6E337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716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B0F14"/>
                </a:solidFill>
              </a:defRPr>
            </a:pPr>
            <a:r>
              <a:rPr sz="4500" b="1">
                <a:solidFill>
                  <a:srgbClr val="0B0F14"/>
                </a:solidFill>
              </a:rPr>
              <a:t>NEXUS-RESOLVE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AB3EA-5C9B-483D-B626-080C23F5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How to run, click, explain, and defend the hackathon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7936D-DD44-4DA0-AB1E-6872315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1619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D71F4-588B-4441-B2D9-9106D5B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AF8F7-8974-4D59-B845-AB53BB87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priority-sorted incidents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0CFF4-9DB9-4B7D-B811-62DE420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1619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13F0-EBB0-4316-9EF3-574BB759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0B104-3E9A-450E-968B-6D6E99C5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338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AI decision stages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7AF6C-BB94-46E8-B826-1A33814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7F08D-464F-40D9-9157-D527EB8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803D"/>
                </a:solidFill>
              </a:defRPr>
            </a:pPr>
            <a:r>
              <a:rPr sz="330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AEDBC-2409-43E2-B018-8AA6F101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338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external side effects in demo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A0D08-BFE2-45F3-9DAA-2310594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42950"/>
            <a:ext cx="4333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7b0b104eb483c"/>
          <a:srcRect xmlns:a="http://schemas.openxmlformats.org/drawingml/2006/main" l="14431" t="0" r="144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742950"/>
            <a:ext cx="4333875" cy="3429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8D98B-EF45-4049-97B1-5AF3DA9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4333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4EF6E-B7BF-4A31-9C0E-6789F523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14850"/>
            <a:ext cx="399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Main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AA173-5B93-4BB1-910F-88FFD0D2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38700"/>
            <a:ext cx="3990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Policy-grounded, approval-gated AI remediation for synthetic enterprise infrastructure operations.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D840F-A07A-457A-9752-878CDDCD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150F2-85EC-424B-87DC-86F62069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1A6D1-F517-4DBD-906F-94421F9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9432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F5B5D-D262-4E2D-A7B3-9E00A22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D14D4-9947-4568-8E0F-242DE20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What this project proves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06A74-5BCD-4920-997E-5EFFAE1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Use this slide to frame the demo before touching the 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91EC-BEBB-4A46-8971-30B0492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CA174-3250-4644-A3D4-EAF01C0C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0403-91CA-4B02-8F49-DFE152A2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It is not a chatbot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3B87E-7C60-4CFC-A32C-4F3EAFD9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610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It is an operations console where AI must retrieve SOP, compare history, reject unsafe precedent, ask for human approval, execute only mock remediation, validate metrics, then produce RCA and audit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1727F-D78C-4DFD-A405-2708EBC3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06F5F-0FBC-4C56-80DF-8E826A18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431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SOP beats past ticket history when history is unsafe.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0A149-345D-4EFF-8D2E-1517A892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AA1E9-FB7D-45A7-B42D-BE44FBF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765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Approval is required before any remediation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43AE6-8954-4F05-A87A-F6931C21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7080D-5E73-4A54-AAD7-D9C3E681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099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Execution is synthetic-only for the hackathon demo.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9414E-0664-4311-B7DA-8000628E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CA852-0223-46A1-B7E9-9885374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433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Audit PDF and run evidence are produced for judge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E01E4-8D59-408F-BCE4-68722601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32358-FD52-462F-8304-C1B3A4B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Best one-line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B2E07-81E8-4F10-A1BA-70344706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NEXUS-RESOLVE turns repetitive infrastructure tickets into governed, explainable, and auditable remediation runs.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3A69D-D458-4883-929A-5B264CF5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1A38E-E515-45F9-80F1-00113E83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774FE-9D4A-4EE3-A0E7-44307C36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4001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24002-064A-438C-9746-0BBF36EF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RUNBOOK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AC07-A95D-47DA-B520-5E94302C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Start the correct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CA279-D945-4730-8B89-B9900B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Run from the nested product repo, not the top launchpad folder.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120E6-15C2-4E1F-AB8E-E6F07CF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57795-DD14-427B-9B68-644BFC3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238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D3324-90EF-4859-B3CE-7D195C95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89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cd "D:\Hackathon - API\nexus-resolve"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scripts\start-demo.cmd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05D38-ADBB-4D9D-9380-10503A3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523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886E4-61EE-4300-BC0B-D51B30A8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What this starts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6615-1E95-48D5-A4C5-0DAFA43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489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Backend API on 8000, dashboard on 5173, deep-dive console on 5174, and Local SNOW simulator on 5177. For the no-ServiceNow judge demo it forces APP_MODE=mock.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6B237-2389-41EF-B9E1-DDDA9E3B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857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EAF86-22A5-41AE-AA7D-D086D3F8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If you see Launchpad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39CBF-2453-45E8-BD45-B9C8003E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You are looking at the wrong app on port 5173. Re-run scripts\start-demo.cmd from the nested nexus-resolve folder and reopen http://localhost:5173/.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833B7-8B9B-484C-8024-79C385E6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4857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9E425-E358-4B81-8C92-93681EA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Correct title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6D438-C132-49EB-B780-CCD00B06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The correct browser tab title is NEXUS-RESOLVE and the first page headline is Active Operations Alerts.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79F2E-2969-43F0-A541-40180FEE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7777F-E77F-4711-AC56-A3B389D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3564E-8F08-4026-9A7A-4B4A443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9732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40E50-F5F2-46CD-BD42-78A4278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HOSTS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3D291-9580-489D-981A-920E4705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Open these links during judging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A57C6-526A-4CDA-ABE0-A948ADA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Keep this slide beside you as the shortest navigation guide.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91254-AC81-422B-8B9B-D864E57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89916-6180-47CC-B635-FEB18A1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0668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5A870-512C-4D0B-8C16-365DE0A3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5EFBE-58AA-4BF1-A54C-33C3A31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160DD-4824-42A0-832B-621DEAE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3867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DA05C-AC0B-4994-A1E2-7263C67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Use it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7A750-DE10-417E-821A-CAAD71E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649D3-F453-4BBE-92F3-4BE5943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F14"/>
                </a:solidFill>
              </a:defRPr>
            </a:pPr>
            <a:r>
              <a:rPr sz="1125" b="1">
                <a:solidFill>
                  <a:srgbClr val="0B0F14"/>
                </a:solidFill>
              </a:rPr>
              <a:t>All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BE753-E312-426D-A0E3-94AD910B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http://localhost:5173/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A7E98-264D-469C-9D34-9A6F6899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Priority-sorted incident list and portfolio triage.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FAD90-A8C8-4B85-8D84-47695F1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B9F62-3E6A-4DE0-8F97-A038330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F14"/>
                </a:solidFill>
              </a:defRPr>
            </a:pPr>
            <a:r>
              <a:rPr sz="1125" b="1">
                <a:solidFill>
                  <a:srgbClr val="0B0F14"/>
                </a:solidFill>
              </a:rPr>
              <a:t>Live simulation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4CF9D-49B7-4C6E-A8A8-DC23DC85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290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http://localhost:5173/#/incident/disk-space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4DEFA-61CF-41BF-87F3-66DE57F1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Disk-space story with approval, mock execution, RCA.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92688-4440-4974-A170-FA7B677A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B1F78-13C7-41DA-9EF2-4E9890FA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F14"/>
                </a:solidFill>
              </a:defRPr>
            </a:pPr>
            <a:r>
              <a:rPr sz="1125" b="1">
                <a:solidFill>
                  <a:srgbClr val="0B0F14"/>
                </a:solidFill>
              </a:rPr>
              <a:t>Local SNOW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F6F0A-F6BE-4AD0-A0C3-1C44980B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005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http://127.0.0.1:5177/apps/local-snow/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B6B99-821D-4885-897C-1B34EC82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ServiceNow-style synthetic incident desk and work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D81BE-2470-4278-897D-AFBD7EBF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58008-7761-4A40-9BFC-9DF056BF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F14"/>
                </a:solidFill>
              </a:defRPr>
            </a:pPr>
            <a:r>
              <a:rPr sz="1125" b="1">
                <a:solidFill>
                  <a:srgbClr val="0B0F14"/>
                </a:solidFill>
              </a:rPr>
              <a:t>Deep dive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9511A-0B48-426C-B717-50F397F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http://127.0.0.1:5174/apps/deep-dive/#both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FE2C7-AFEB-44F1-B578-4903446D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Real dashboard iframe plus live FastAPI proof cards.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4259A-6C6E-4786-8BF2-98586B0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BE8E1-0D6A-48EE-8D53-AB26B8A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F14"/>
                </a:solidFill>
              </a:defRPr>
            </a:pPr>
            <a:r>
              <a:rPr sz="1125" b="1">
                <a:solidFill>
                  <a:srgbClr val="0B0F14"/>
                </a:solidFill>
              </a:rPr>
              <a:t>Backend health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4C765-7EFD-49C0-8B74-EE782E5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435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http://127.0.0.1:8000/api/health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3AF2B-22C5-44F0-A569-188AB823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435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Quick proof that backend is online.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738F44-B5A6-4C77-A9A5-82A5FD2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E1BC2-4554-4626-BADF-6CA7015F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C46E4-494B-4E4B-A39F-29A1F5D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1814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A0139-6D59-4655-80BB-AE7282F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31E0B-0DB2-46DF-A465-3FEAC844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Where all issues are listed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48E08-339E-45C5-90B2-451CDFD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This is the page you wanted: priority first, then team, with clickable incident 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FEE16-6E10-482D-AAC2-A46040EF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2E850-67B3-4CC6-AC5C-E155E9C7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6762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acf34ea024a14"/>
          <a:srcRect xmlns:a="http://schemas.openxmlformats.org/drawingml/2006/main" l="0" t="2455" r="0" b="2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62200"/>
            <a:ext cx="676275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29BCC-20D9-4F7F-A897-9FD18D4B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0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CC6C0-923F-45D2-BCE2-8BF22ACB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07F15-08EC-47FA-83EB-4853D855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907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Open root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82405-3BA2-4608-93FA-76A95B35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76525"/>
            <a:ext cx="2828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Use http://localhost:5173/ for the full incident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11274-D436-43F1-8565-20B707AE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C11F4-4483-4358-B88D-6D001893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5E06B-61AB-4064-B2ED-1EA5A587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289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Show priority 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5C78A-1FB9-4DA9-9D17-55DA2868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14725"/>
            <a:ext cx="2828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P2 critical incidents appear first, then P3/P4/P5 by team.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56114-CE72-4431-B882-06765792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76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BFE83-3643-4A29-B571-BEB5EB1F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B1B67-FB9E-4FD7-88DE-9A4302F6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671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Click an incident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F7038-9F46-4552-9274-5F39EB6E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52925"/>
            <a:ext cx="2828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Each row opens the same governed workflow for that scenario.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85296-4DC4-4AB3-A99C-AF48913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14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99AFE-8588-4F36-A09D-B480F37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91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FBBA9-9825-412D-A83E-E9FCE69C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9053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Use disk-space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35228-C7D3-4264-B359-6BEB892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91125"/>
            <a:ext cx="2828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It is the cleanest story for judges and works well with Local SNOW.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E1143-F4F0-4161-B244-A22B63B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D6D46-8CFF-4F0F-9002-71C231AC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F1E91-C47F-4293-9912-AFEA9F73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568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55676-C147-4230-B5F2-2A68BA0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LIVE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AB417-9262-43C2-A0CC-7B37E6C0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Recommended judge story: disk-space incident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30E7F-6F50-4F2A-91AD-9BC4BEF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This is the safest and clearest end-to-end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31958-65C1-4BD4-965B-B9D428D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3386F-DA59-4C86-B594-AA42317B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905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295ceb3904c42"/>
          <a:srcRect xmlns:a="http://schemas.openxmlformats.org/drawingml/2006/main" l="3347" t="0" r="3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43150"/>
            <a:ext cx="590550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5E9FA-D81B-48D4-93BC-E6AB78A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A954-340B-46B0-8D3B-7A7DBD56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42FE8-1158-4405-8D11-F01D708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95525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Open disk-space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1CC04-BDF2-4A11-B26C-2427B4E4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812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http://localhost:5173/#/incident/disk-space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7F69F-4CB1-436F-9AFE-3149B625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CE5BD-ABCE-480F-A006-625D911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D1277-7550-4D11-B523-BAE82215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19425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Choose 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305C7-AD07-426E-BB80-FA6DB6E4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051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Use the local backend path, not static replay.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EC89B-9808-4F9C-BBE0-53E1798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95206-C52F-4763-B155-144D2BB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A2576-077F-4B40-A9D8-33E20862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43325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Start Simulation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A82C9-1996-4473-AEF5-D3D9B31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290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Watch alert, SOP, history, policy, and plan events.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2C221-AC0D-4FF7-B3C2-294896B7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810FC-D96B-450B-BE34-21FCBA8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F3C9F-AD0E-45A1-BF5D-833D8E11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67225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Approve only after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D4054-5044-44F2-8CB7-77A1FDA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529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This proves the human approval gate.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993F5-6A37-47C9-8781-9D34FF6B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00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62F36-521F-4862-BEF2-77EB5F25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76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97DE0C-4EAB-4D78-8D7B-19CB7651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91125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Show RCA and 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740AA-4678-4506-BAD7-41DE744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768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End with audit evidence and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A230B-F8FF-4478-B356-6D25A65E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5F89E-7B83-46C3-9AD1-97400327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0798D-8E75-417A-AA2B-8AABE38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9532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69733-CC07-4665-8618-99AE569A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SERVICENOW-STYLE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0EB1E-0F8D-40E9-9EF6-C8CA624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Use Local SNOW when you do not have a PDI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3A396-D688-45D0-A13A-A0338D8E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This is the correct no-ServiceNow judge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C1180-7D40-4DEA-B5A9-06F1E161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6E276-F2AC-4B90-834F-D1601C7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6572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f82a727af4b88"/>
          <a:srcRect xmlns:a="http://schemas.openxmlformats.org/drawingml/2006/main" l="0" t="304" r="0" b="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24100"/>
            <a:ext cx="6572250" cy="3676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81351-D42A-47E6-A711-B3F9B01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3638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448E2-D73E-421F-B9D0-852BF3B3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What judges see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E882C-923A-4877-842A-4CEE318D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Incident form, active runs, CI/site context, related Problem/RITM/Change records, work notes, activity, and communication approvals.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D38C6-393C-4BF0-B93E-23C250C9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6385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D4532-805A-4BA7-8717-12DEA8C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576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What to say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8A6A1-FCC1-41BB-945F-700F44A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81500"/>
            <a:ext cx="3295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This is not a real ServiceNow account. It is a synthetic ServiceNow-style simulator that mirrors the same NEXUS run safely for demo and testing.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1CD1E-9640-4C34-B8F9-9C84B616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8B7C6-4172-4DD3-9756-60C2A2D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56B01-A80A-45B4-8155-17776788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2396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E897E-A962-41A1-B2B2-57716F1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PROOF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11B54-95B1-4B27-8578-3897F05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Use Deep Dive when judges ask for internals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59D04-981B-4828-A289-6B7DB61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It shows the real dashboard plus backend proof in one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6EB59-7539-4D42-8A6F-0F262EE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BD944-4074-4A12-803E-7247CF9D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496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c83df88dd4892"/>
          <a:srcRect xmlns:a="http://schemas.openxmlformats.org/drawingml/2006/main" l="0" t="242" r="0" b="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43150"/>
            <a:ext cx="649605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AE7F7-26CD-493E-8BBA-8ADDEEC6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62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E850F-5287-4588-A23F-6BCB38D4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Open #both to show frontend and backend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67AB9-5EC4-4327-829E-907D089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6BD11-2D25-4683-9133-A06090A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9562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Explain that the iframe is the real dashboard on port 5173.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9E998-7175-4FC5-B4DA-F4C710B6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BDE56-2F47-46FC-A8D1-A0056B7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Backend cards use live FastAPI JSON when the backend is online.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4D639-439F-440A-A231-28128F3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644C9-8181-4EE9-8EED-E8F0372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338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Use it for policy block, audit hash, RCA, and trace explanation.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34EA1-19FD-4046-8F18-EDF55F6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376D9-AC4D-46FE-A6A2-4A449908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99402-874B-4B65-9025-338BC95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993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54049-8E26-45C5-AD87-71B70854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TALK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58F7-7159-41F0-A6D5-D050193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Four-minute judge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13B94-7636-4741-AFD8-2FC84CA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Use this timing if you feel lost during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013ED-24AD-4F51-9BA4-4A398A79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73918-C2A1-4381-9B43-70FD36E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066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A9A03-4B46-470D-AB71-CC11706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5CC9B-A956-4EBE-A890-00092FB5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AF57F-7989-42BD-849A-11FD7EC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384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Show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21059-6F73-4799-BEF7-17332FBB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6867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Say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66A44-7FF3-4952-A2E6-70E07C5E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D3F55-BEDA-4208-9B42-3C3903D4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0:00-0:30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5EAFD-F145-4119-8098-AD19A05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38450"/>
            <a:ext cx="2105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Dashboard root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0C640-C332-4C86-BB72-F60A179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3845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Enterprise tickets waste time and become risky when automation copies unsafe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15556-E2A8-44EE-BCF6-4442B368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BB4FD-DAA3-444D-9A3A-1EA9AF65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0:30-1:10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6F407-A6A2-48E8-A460-95584B0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90900"/>
            <a:ext cx="2105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Disk incident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2459F-96D4-426E-BDBF-4E0A6DCB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9090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NEXUS retrieves SOP and compares history instead of guessing.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E4E8A-F151-42AD-B287-003F1DF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27FF6-81CE-4533-85D7-053BF979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1:10-1:45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83A90-C9BE-40EF-84BF-AB0EFE8A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43350"/>
            <a:ext cx="2105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Unsafe precedent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DE33D-40EB-4C63-8AEB-F563A89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4335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SOP beats history. A bad past ticket is flagged, not repeated.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00F73-5994-4F24-AA69-171CE3F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6F871-DF8D-494D-B9FD-2D517688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1:45-2:30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34F0C-CEB0-44DF-8800-ECDB77C2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95800"/>
            <a:ext cx="2105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Approval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2DDFD-1D7D-4BE4-BBED-925EE542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9580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AI proposes a guarded plan but cannot execute until a human approves.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3E614A-8A69-4F68-85D5-007BCD0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94571-DE5A-4989-96C0-89765EF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2:30-3:20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A9133-E3EB-4E2B-8CE0-7571626F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48250"/>
            <a:ext cx="2105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Local SNOW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C8DE4-1115-4EE4-A58C-D83CF4B0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04825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Work notes and related records update in a ServiceNow-style synthetic desk.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4A745-5D33-4893-9067-B84A2A4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ED499-886E-43C3-BC26-6002F377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3:20-4:00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4A1CAC-1F30-49FA-A6DD-A42C54F2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2105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RCA and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847C1-F522-4104-89B6-4434674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600700"/>
            <a:ext cx="686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Close with validation, RCA, PDF evidence, and no real host side effects.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6726A7-F46B-40B2-993B-0C158D48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E1E0E-D202-4157-B13B-19E06EA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49C320-16BB-4C85-BB13-57808D0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3432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E2146-B719-45F9-9CEC-1E438371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OPENAI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1F07D-237D-46E9-837F-E8060AA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Why the audit PDF can show $0 OpenAI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9AA94-647E-4A9B-9891-409E0E8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This is correct for the current no-ServiceNow judge launcher.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63FCA-D938-4E10-B4D0-2B5C624C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F5BDA-2AE9-4A71-BE12-B1BEDC99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BB55D-5084-47AD-8B2C-01BFCE89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Current judge launcher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13EBE-08C4-4714-A1A5-71F55FB4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scripts\start-demo.cmd forces APP_MODE=mock. That means deterministic fallback responses are used and the OpenAI API key is intentionally not called.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54520-81E6-4CB4-AFB1-BDE137B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953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196D5-C570-4A6F-A485-DFE51E1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When the key is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1D1D0-E38A-4C06-A9BB-8C07CAD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backend uses OPENAI_API_KEY only in live mode for evidence summary, remediation plan, approval summary, and RCA. The key stays server-side and is never exposed in the frontend.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06FC8-D3B9-4961-967C-2543A3F8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887CA-723A-425B-981A-235856F6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419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OPENAI_API_KEY=sk-proj-...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OPENAI_MODEL=gpt-5.5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scripts\verify-live-openai.cmd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28885-0623-46E4-9698-A14D18AA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243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C9516-8E76-48C6-987E-9A899EB4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What to tell judges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D1A30-6EED-40BC-9E8D-35B9BB66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$0 cost means fallback mode for this safe demo, not a broken report. Run verify-live-openai.cmd separately when you want proof that the OpenAI path 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C4C25-1FC7-4EA4-957D-E98D1F9E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45253-6179-4E56-A718-8BD27B6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C2F4F-007B-4B7A-9F2D-AF811715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0350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57D95-50C1-4B95-8649-1F8BA375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SERVICENOW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34042-AAAC-4666-9A31-71C93981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What is possible with real ServiceNow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DA317-B7D2-4E6C-B6C2-8C71F8E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Be honest: today you have a demo simulator, not a real ServiceNow PDI.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518E-EFAB-45C3-A39B-34CF9324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6C549-52DB-4132-B8E7-B84062E9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299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80B99-3E26-418B-B9F1-AF11481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4F85F-D57A-4DD3-99A5-BFEDBAB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39081-038A-4B19-8235-D746B39F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3867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3B138-7DF4-425C-B571-3A95F64D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Cost / demo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E880B-3236-4875-B5D3-3D8D5A9D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FA2CF-FC69-46D3-A768-C59D359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5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Local SNOW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6E6ED-B3F5-4A94-AE28-668879A4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3867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No external account. Start with start-demo.cmd.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4E949-856B-4099-8FE6-D42F38D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019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Free for testing and judging. Synthetic-only.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EC256-052A-4039-B9E8-0C6F421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5256F-68BA-40FF-8F66-9E720BB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05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OpenAI live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390A7-4C87-405E-964B-7536BD7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3867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OPENAI_API_KEY in local .env.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4A530-CDD6-4F3B-936A-7C264CC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4019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Small API usage cost. Use verify-live-openai.cmd.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86061-FFA9-4111-8701-AE65BC83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36666-6E40-4FDA-AD38-0E54543D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5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Real PDI write-back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011F1-6FC4-451F-8B6E-AAAEE34F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3867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ServiceNow developer instance plus username/password.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7C067-6A80-404B-A8F7-FD528A91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4019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Possible, but blocked until a real PDI exists.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D2E3E-858B-4C3D-BF02-9419FBE1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1C185-DB27-4072-952D-B6E95092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05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BC10E-A3BF-42FD-ABFD-D2EF440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3867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Enterprise ServiceNow, change policy, secrets vault, connector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00F2E-04CE-46B5-B3AE-1D7B0286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4019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Outside hackathon demo. Use as roadmap.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4EA79-D68F-44ED-9C5E-721E79D3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629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4FA58-F363-4031-9CD7-06FD14CB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Do not overclaim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AD371-FC1A-468E-9FDB-6D28592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2870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Say: We built the connector shape and a Local SNOW simulator. Real ServiceNow write-back requires a real PDI and credentials.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8AFBB-14E6-4233-A8CE-E215A26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1B235-03AD-45E8-8FA4-99E6D31C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256DE-AE0F-4AD2-9BAB-595AFB6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6604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D5EFD-7879-4954-888C-37AF3EC4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7DB04-5DA0-458E-BF7C-09D2229D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Safety model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61C16-BE77-45A0-8F48-396D7E4A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This is the part that makes the demo enterprise-grade.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B3A18-C03B-41FE-826B-EAD471C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2EC59-572E-47FB-A36C-3853493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04938-1E4B-48BE-A24C-7A21C72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No real host remediation is executed in demo mode.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30D7F-A39C-40BF-B908-55C995C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18222-79A1-474D-BCAD-C3DB3FDB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Protected resources and unsafe precedent are blocked.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F932B-8EC8-4388-A6BF-B38EE63C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83963-FE60-4DEF-8D48-D4B217E7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Human approval is required before mock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1BCF-8CCF-45E3-B6C3-1D69CFD9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69AC7-AB81-430C-B43C-B5955FFC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Validation metrics prove recovery before closure.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18BDF-DDB8-47B8-98FD-01B6323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90DB7-12D6-4EAE-9E52-CADF2633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RCA, audit hash, and PDF report preserve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695AD-DD3D-4028-9C99-D62C379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438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0AE0C-E757-4554-9AF8-CFBCB15F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Audit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260C3-7A09-4EB7-A5D3-D92161A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After a run reaches RCA, use the Audit Export PDF link. If fallback mode is active, OpenAI cost should be shown as $0 with a fallback explanation.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486DC-D512-4683-88CA-D3E4C819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438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580B9-6C4C-41B2-B952-DEB6087E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Strong judge sentence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88CED-87F9-4281-9AFF-7A096532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This is not AI deleting files. It is policy-grounded, approval-gated remediation with mock execution and audit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F9A2E-C28E-4BC5-9B19-4505BE5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67A16-ED11-4F1F-994B-8B88734B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B1077-BEC0-4168-B734-30C1BF8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40474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AAB7D0-98FC-4F18-A17A-F6E9D166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PROOF COMMANDS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125C9-8F96-448B-B11D-737256DE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Commands to run if judges ask for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74864-92B4-4262-8B46-C3C9741B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Use these in PowerShell from D:\Hackathon - API\nexus-resolve.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DD99A-6A10-4C1E-8C1F-B01C10A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6FB7A-A4F7-4AF9-8764-404DEDD4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81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CE478-CEFD-498F-9CE3-753DB03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838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scripts\run-e2e.cmd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browser suite: live start, approval, RCA, policy block,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audit link, ServiceNow preview, security rejection, deep dive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42E44-6B76-4651-96A8-70F7588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5181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EA7E6-9373-4B7D-94F9-28096995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4838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scripts\check-all.cmd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backend tests, dashboard tests, build checks,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product-level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4F8E4-1447-40B8-863F-0C951CF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181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49D70-BAEB-44D9-8784-9D453F27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3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scripts\verify-live-openai.cmd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proves the OpenAI path when OPENAI_API_KEY is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C51AE-334E-47EE-B496-EFA822DF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5181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01743-F98D-4E13-A4ED-1C8DE3A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483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scripts\verify-live-servicenow.cmd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use only after a real ServiceNow PDI exists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F495A-AE6A-4254-B7E0-2321B73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5BF71-EE6D-4D53-BFE6-C76E1137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9CF6A-9443-4C48-8C70-36C55A2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660391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133C7B-B9DE-45D6-B157-BFD6F02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Q AND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BF76B-E4D9-49D4-9E58-8FF82E98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Short answers for hard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69E3F-FB68-46B5-97DC-340BE5A0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Use direct answers. Do not hide current demo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6D38E-13D2-4551-808F-3D211493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4416-AEE2-43F7-B3D7-786DCA51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0668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9E724-2022-4525-B8BF-935E5EBA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8FC3E-4111-48C1-81A7-BD469402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6401F-A8DA-4E75-B986-C3BC041E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729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0F14"/>
                </a:solidFill>
              </a:defRPr>
            </a:pPr>
            <a:r>
              <a:rPr sz="975" b="1">
                <a:solidFill>
                  <a:srgbClr val="0B0F14"/>
                </a:solidFill>
              </a:rPr>
              <a:t>Best short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39954-ADB5-4018-AC2C-CED42B8A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B904-9699-4F18-BE52-8251D6D5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Is this real ServiceNow?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A52FD-70CF-47B0-B1C9-E4ABF409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729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No. Current judging path uses Local SNOW, a synthetic ServiceNow-style simulator. Real PDI write-back is possible when credentials exist.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392B0-1EED-40AC-9361-0A711ED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59FB0-D16B-40D7-BEDA-7FA4CF41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Why is OpenAI cost $0?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2FF8C-B24A-4C21-B8AD-FD9A3477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729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Because start-demo.cmd runs APP_MODE=mock for a safe no-PDI demo. Use verify-live-openai.cmd to test the real OpenAI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004CA-D01C-49DD-BCFA-B5574900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F67E8-5965-4747-A0DF-59246229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Does it execute real fixes?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370B5-1CF7-4676-80B2-324BAFDF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729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No. It executes mock state changes only. That is intentional for safety.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B3A84-BE5A-4F23-BE3F-5FBD4DC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636F5-0CC8-4784-A3D7-FC8C1892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What is the innovation?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BC4EC-6699-486D-B649-C2340308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72000"/>
            <a:ext cx="729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AI is constrained by SOP, history, policy gates, approval, validation, RCA, and audit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A785C-3EB0-4191-B9BC-83C3AFF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1F1F5-94FB-44AE-AB9C-F9194339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F14"/>
                </a:solidFill>
              </a:defRPr>
            </a:pPr>
            <a:r>
              <a:rPr sz="1050" b="1">
                <a:solidFill>
                  <a:srgbClr val="0B0F14"/>
                </a:solidFill>
              </a:rPr>
              <a:t>What wins the hackathon?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6E7A8-CAEC-4589-BD00-B776949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43500"/>
            <a:ext cx="729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One polished enterprise story: fast triage, governed automation, measurable savings, and honest limits.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5FFFD-303B-44B2-A70C-C48A035A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B7D55-714D-4671-AA5F-B5A459DF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71798-EF4F-4106-A1AD-402BEE9A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7145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18B58A-FE40-4237-B17C-29A47FF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FINAL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92405-73E7-4BA6-8091-464064F3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Before the judge watches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C395D-F755-4A42-98AA-BCB34ED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Use this checklist immediately before presenting.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CBD0F-460D-4A9B-AC42-6B3654A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CAF84-38C3-4465-9C4D-5855CCF7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2EDA0-9A52-4840-A916-3EB51621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Run scripts\start-demo.cmd from the nested nexus-resolve folder.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4F655-4797-46A6-9B57-4C11553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A4FEF-918A-451C-968C-D5C1F4C6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Open http://localhost:5173/ and confirm Active Operations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2D570-1C52-4496-8706-21392671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74BAB-27D2-489D-8625-83959EC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Open disk-space incident and keep Local SNOW ready in another tab.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E9ED7-E14A-4936-93F7-2CC93E24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F8F9E-33FD-4FE7-9E6A-EC0FF2C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Use APP_MODE=mock language unless live OpenAI or PDI verifiers passed.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63F37-FE21-4250-806E-14F334A0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C7611-59D9-4AA7-873C-B771B73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End with RCA, audit PDF, and no-real-side-effects safety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44CAB-9F70-43DF-B23E-F83DC9D7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409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198B7-2F3B-4EA0-AFAB-964AFAF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Demo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1ACE2-4165-4F59-991D-14574D05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3067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Dashboard -&gt; disk-space live simulation -&gt; approval gate -&gt; Local SNOW work notes -&gt; RCA/audit -&gt; Deep Dive if judges ask for internals.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AFEC0-95F2-4C56-BAF1-50F2487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409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5A800-89A8-4086-8FCE-9AF740A9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Most important 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D8386-C23B-47F0-8358-41065788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All issues are on http://localhost:5173/. The hash route opens one incident workspace, not the full list.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BBF27-D40B-48DB-B9DD-1E40CE6E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DCB32-20FC-4837-AEC5-D06AD4A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NEXUS-RESOLVE judge guide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94104-D582-4295-90AF-8F07E8E6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0244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2026-06-30T05:03:14.2310000Z</dcterms:created>
  <dcterms:modified xsi:type="dcterms:W3CDTF">2026-06-30T05:03:14.2310000Z</dcterms:modified>
</coreProperties>
</file>